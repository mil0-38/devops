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Issue에서 Merge까지: 내가 이해한 협업 흐름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32588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868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Issue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325880" cy="26517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" y="1399032"/>
            <a:ext cx="1216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왜 할지와 완료 조건을 체크박스로 적는다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20624" y="2743200"/>
            <a:ext cx="1216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웹 Issues &gt; New issue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83080" y="868680"/>
            <a:ext cx="132588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868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Branch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1325880"/>
            <a:ext cx="1325880" cy="26517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37944" y="1399032"/>
            <a:ext cx="1216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main은 그대로 두고 내 작업 공간을 만든다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837944" y="2743200"/>
            <a:ext cx="1216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docs/issue-6-docker-start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132588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868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Commit·Push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325880"/>
            <a:ext cx="1325880" cy="26517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55264" y="1399032"/>
            <a:ext cx="1216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변경을 확인하고 저장해서 원격에 올린다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255264" y="2743200"/>
            <a:ext cx="1216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status, git diff, git add, git commit, git push -u origin 브랜치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868680"/>
            <a:ext cx="132588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868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Pull Request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325880"/>
            <a:ext cx="1325880" cy="26517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72584" y="1399032"/>
            <a:ext cx="1216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합쳐 달라고 요청한다. 본문에 Close #번호를 쓴다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72584" y="2743200"/>
            <a:ext cx="1216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 --body "Close #6"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868680"/>
            <a:ext cx="132588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868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Conflict 해결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325880"/>
            <a:ext cx="1325880" cy="26517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89904" y="1399032"/>
            <a:ext cx="1216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줄을 달리 고치면 발생한다. 남길 내용을 사람이 정한다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089904" y="2743200"/>
            <a:ext cx="1216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표시 줄 삭제 → add → commit → push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2360" y="868680"/>
            <a:ext cx="132588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52360" y="868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Merge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52360" y="1325880"/>
            <a:ext cx="1325880" cy="26517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07224" y="1399032"/>
            <a:ext cx="1216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main에 합치고 브랜치를 지운다. Issue가 자동으로 닫힌다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507224" y="2743200"/>
            <a:ext cx="1216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merge --squash --delete-branch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정리: 할 일을 Issue에 남기고, 브랜치에서 안전하게 작업한 뒤, PR로 확인받아 main에 합친다. 충돌은 오류가 아니라 사람이 결정하라는 신호이며, 5단계는 충돌이 났을 때만 거친다.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Issue에서 Merge까지</dc:title>
  <dc:subject>PptxGenJS Presentation</dc:subject>
  <dc:creator>PptxGenJS</dc:creator>
  <cp:lastModifiedBy>PptxGenJS</cp:lastModifiedBy>
  <cp:revision>1</cp:revision>
  <dcterms:created xsi:type="dcterms:W3CDTF">2026-10-19T17:51:41Z</dcterms:created>
  <dcterms:modified xsi:type="dcterms:W3CDTF">2026-10-19T17:51:41Z</dcterms:modified>
</cp:coreProperties>
</file>